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Kujaga 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Autonomous Identity Security Agent</a:t>
            </a:r>
            <a:br/>
            <a:r>
              <a:t>for Indonesian Public Figures</a:t>
            </a:r>
            <a:br/>
            <a:br/>
            <a:r>
              <a:t>RISTEK x Build Club OpenClaw Agenthon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Inspiration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Indonesia lost Rp 9.1 Trillion to cybercrime last year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432,000+ digital fraud cases — increasing 40% YoY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148 Million Indonesian citizens affected by data breaches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Public figures (influencers, creators, entrepreneurs) are prime targets: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- Account cloning for financial fraud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- Impersonation for investment scams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- Data doxxing and physical threats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Enterprise security costs Rp 500Juta-Rp 5Million/month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Only ~35% of Indonesian creators have any digital protection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"Kujaga" = pelindung (protector) in Sanskrit</a:t>
            </a:r>
          </a:p>
        </p:txBody>
      </p:sp>
      <p:pic>
        <p:nvPicPr>
          <p:cNvPr id="4" name="Picture 3" descr="slid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Kujaga is an Autonomous Identity Security Agent that works 24/7: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🔐 Breach Detection — Monitor emails across 15B+ breach records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👁️ Brand Monitoring — Track name mentions across the internet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🎣 Phishing Block — Detect impersonating domains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📄 PDUPA Letter Gen — AI-generated Indonesian PDP Law letters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📱 Telegram Alerts — Real-time notifications in Indonesian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⏰ 30-Day Tracker — Auto-escalate to Kominfo if no response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Setup once. Kujaga protects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🔧 How We Built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OpenClaw — Self-hosted AI gateway on VPS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Telegram Bot (@Kujaga_bot) — Primary user channel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MiniMax API — Letter generation with Indonesian context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Supabase — Database + pg_cron for scheduled monitoring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Next.js 14 — Dashboard UI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FREE Security APIs: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HIBP (Have I Been Pwned) — Breach check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Google Alerts RSS — Brand mentions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Google News RSS — Company breach news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VirusTotal — URL safety check</a:t>
            </a:r>
          </a:p>
        </p:txBody>
      </p:sp>
      <p:pic>
        <p:nvPicPr>
          <p:cNvPr id="4" name="Picture 3" descr="slide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🏗️ Architecture</a:t>
            </a:r>
          </a:p>
        </p:txBody>
      </p:sp>
      <p:pic>
        <p:nvPicPr>
          <p:cNvPr id="3" name="Picture 2" descr="slide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029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User → Telegram → OpenClaw Gateway → Kujaga Agent → Supabase + Security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📱 Demo Preview</a:t>
            </a:r>
          </a:p>
        </p:txBody>
      </p:sp>
      <p:pic>
        <p:nvPicPr>
          <p:cNvPr id="3" name="Picture 2" descr="slid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733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029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Telegram conversation with @Kujaga_bot showing breach check, brand monitoring, and PDUPA letter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Challenges We Ran Into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OpenClaw Gateway Configuration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- Default loopback-only binding required discovery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- Correct syntax: gateway.bind lan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MiniMax API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- Model configured but API key auth needed careful setup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Stateless vs Stateful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- Balancing autonomous monitoring with stateless API design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Indonesian PDP Law Context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- Generic LLMs lack Indonesian legal terminology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- Letter generation required proper legal language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🏆 Accomplishments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✅ Functional autonomous agent — 24/7 monitoring, zero triggers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✅ Telegram-native experience — Setup in 2 minutes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✅ Free security tools — HIBP k-anonymity, Google RSS, VirusTotal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✅ Complete user flow — Signup to PDUPA letter generation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✅ OpenClaw Hackathon submission — Built on OpenClaw framework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Tagline: "Kujaga menjaga namamu, data kamu, dan reputasi kamu."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📚 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Single agent architecture is correct for monitoring tasks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(sequential, not parallel — based on Google Research paper)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OpenClaw's personal trust model fits Kujaga perfectly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Indonesian language AI needs careful prompt engineering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for proper PDP Law terminology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Telegram-first is the right call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   50-70M Indonesian users already on the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What's Next for Kujaga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Short-term: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Full Supabase integration (users, threats, documents)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Real DOKU payment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API keys for all security services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Long-term: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Mobile app with deeper Telegram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White-label for agencies/managers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Multi-language support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Partnership with Indonesian cybersecurity firms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👥 Team Kujaga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Built with ❤️ for the RISTEK x Build Club OpenClaw Agenthon 2026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Special thanks to: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OpenClaw Team — For the amazing agent framework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RISTEK x Build Club — For organizing this hackathon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• Indonesian cybersecurity community — For inspiration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GitHub: github.com/Therealratoshen/OpenClaw2026_Kujaga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• Telegram: @Kujaga_bot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Terima Kasih!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"Kujaga menjaga namamu, data kamu, dan reputasi kamu."</a:t>
            </a:r>
            <a:br/>
            <a:br/>
            <a:r>
              <a:t>@Kujaga_bot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